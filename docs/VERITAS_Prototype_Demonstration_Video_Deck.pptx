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eritas-ceg2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eritas-ceg2.onrender.com" TargetMode="External"/><Relationship Id="rId3" Type="http://schemas.openxmlformats.org/officeDocument/2006/relationships/hyperlink" Target="https://github.com/AnanyaKastiya/veritas-ecommerce-intelligenc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0:00 – 0:25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1: Introduction &amp; Executive Problem Hook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1. Open browser to </a:t>
            </a:r>
            <a:r>
              <a:rPr sz="1200" b="1" u="sng">
                <a:solidFill>
                  <a:srgbClr val="10B981"/>
                </a:solidFill>
                <a:hlinkClick r:id="rId2"/>
              </a:rPr>
              <a:t>https://veritas-ceg2.onrender.com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2. Show the sleek dark-mode cockpit loading with 100,000+ reference orders.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3. Highlight Team Name: Pinkies (Ananya Kastiya &amp; Osheen Dongre).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4. Pan over the 5 connected KPI cards and the critical alert: 'Revenue declined 8.4%'.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 (What to Say)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"Hello! We are Team Pinkies—Ananya Kastiya and Osheen Dongre—presenting VERITAS for Round 2 of the Accenture Innovation Challenge.</a:t>
            </a:r>
            <a:br/>
            <a:br/>
            <a:r>
              <a:t>Modern e-commerce dashboards tell you that revenue dropped by 8.4%, but they leave you stranded with 100 spreadsheets trying to figure out why.</a:t>
            </a:r>
            <a:br/>
            <a:br/>
            <a:r>
              <a:t>VERITAS is an autonomous KPI intelligence engine that investigates root causes, cross-examines telemetry, and provides 1-click prescriptive playbooks."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0:25 – 0:55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2: KPI Health Monitoring &amp; Hero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Hover over the 5 KPI cards: Revenue, Orders, AOV, On-Time Delivery, CSAT.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Point out the dynamic red glow on Revenue ($303,165, -8.4%).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Highlight the Top Insight Hero banner: 'Financial Exposure: $27,801 USD'.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Show the 3 driver chips: Volume (51%), Mix (24%), Payment (15%).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"On the Overview screen, VERITAS actively monitors five connected KPIs across 100,000 reference orders.</a:t>
            </a:r>
            <a:br/>
            <a:br/>
            <a:r>
              <a:t>Notice how our Bayesian anomaly detection flagged a critical revenue drop of -$27,801 USD.</a:t>
            </a:r>
            <a:br/>
            <a:br/>
            <a:r>
              <a:t>Instantly, the engine synthesizes an executive briefing and isolates three core driver chips right on the main hero banner."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0:55 – 1:30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3: Dual-Persona Switcher (Manager vs. Analyst)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Click on the top-right '📊 Analyst' button.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Watch the green clearance banner activate: 'FULL_SQL_LINEAGE_AND_CODE_CLEARANCE'.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Show the briefing update to exact statistical metrics: z = -2.85σ (p = 0.004).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Switch back to '👔 Manager' to demonstrate executive P&amp;L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"Different stakeholders need different levels of detail.</a:t>
            </a:r>
            <a:br/>
            <a:br/>
            <a:r>
              <a:t>With one click on the Analyst toggle, the platform unlocks full statistical lineage, exact z-scores, p-values, and database DAG lineage.</a:t>
            </a:r>
            <a:br/>
            <a:br/>
            <a:r>
              <a:t>Switching back to Manager mode re-engages executive P&amp;L financial summaries and masks sensitive merchant PII."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1:30 – 2:15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4: Multi-Factor Attribution &amp; The AI Courtroom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Click Section ③ 'Root-Cause Drivers' in the navigation bar.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Highlight the 4 exact contribution cards: Volume (51%), Mix (24%), Payment (15%), Carrier (10%).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Scroll down to show 'The AI Courtroom (Tribunal)' with 3 agent evidence cards.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Point out the 94% Burden of Proof badge.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"In Section 3, VERITAS runs exact Price-Volume-Mix Shapley decomposition in Python. 51% of the loss was order volume, 24% was product mix, and 15% was checkout friction.</a:t>
            </a:r>
            <a:br/>
            <a:br/>
            <a:r>
              <a:t>Below, our AI Courtroom cross-examines evidence across three agents: internal review logs, marketing promotion calendars, and schema integrity to reach a 94% calibrated burden of proof."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2:15 – 2:55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5: Active Abstention &amp; Diagnostic Polling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In the header bar, click '⚠️ Scenario 2: Active Abstention'.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Show the modal popping up: 'Model Confidence: 41% (Low) — Active Abstention Triggered'.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Click Option 1: 'Confirmed Flash Sale Promo Expired'.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Watch the system instantly update: 'Status: Upgraded to 94.6% Confidence -&gt; Prescribes ACT-101'.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"One of the most critical requirements is knowing when NOT to guess.</a:t>
            </a:r>
            <a:br/>
            <a:br/>
            <a:r>
              <a:t>When telemetry is contradictory, VERITAS abstains at 41% confidence and engages a diagnostic clarification poll.</a:t>
            </a:r>
            <a:br/>
            <a:br/>
            <a:r>
              <a:t>Once the user confirms the promotion expired, the causal graph recalculates, confidence jumps to 94.6%, and the correct recovery action is unlocked."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2:55 – 3:30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6: Sparse History &amp; Cold Start Sandbox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Click '🚀 Scenario 3: Sparse History' in the top header.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Show the slider at Day 4: Highlight 'ARIMA Anomaly Alarm: SUPPRESSED (Early Ramp)' and 'Peer Cohort Proxy: +14.2%'.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Drag the slider to Day 25: Watch it switch to 'Bayesian Rolling ARIMA &amp; Prophet Activated'.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"For new products with under seven days of data, standard time-series models trigger severe false alarms.</a:t>
            </a:r>
            <a:br/>
            <a:br/>
            <a:r>
              <a:t>In our Sparse History sandbox, VERITAS suppresses premature anomaly alarms and automatically benchmarks against category peer cohorts.</a:t>
            </a:r>
            <a:br/>
            <a:br/>
            <a:r>
              <a:t>As data matures past 14 days, rolling Bayesian ARIMA envelopes automatically take over."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3:30 – 4:15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7: Universal Multi-File / Multi-Table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Click '+ Upload Data (Single / Multi-File)' button.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Click '👗 FashionHub Store' (or load a multi-table bundle).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Click '⚡ Ingest &amp; Recalculate Dashboard'.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Show the entire cockpit updating dynamically: Top category 'Luxury Handbags', driver chips, and ACT-C101 playbooks.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5. Click '↩️ Reset to Olist' to show instant reference restoration.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"VERITAS is not an Olist-only tool—it is a universal e-commerce engine.</a:t>
            </a:r>
            <a:br/>
            <a:br/>
            <a:r>
              <a:t>Watch as we upload a new multi-table dataset. The canonical semantic layer automatically detects entity keys, performs in-memory relational joins, and recalculates all 7 sections live.</a:t>
            </a:r>
            <a:br/>
            <a:br/>
            <a:r>
              <a:t>Action playbooks and driver chips adapt dynamically to the new catalog."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4:15 – 4:45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8: Action Playbooks &amp; Ask the Engine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🎬 Screen Recording Action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Click Section ⑤ 'Action Center'. Point out ACT-101 ($18,500 recovery in 7 days).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Click '1-Click Approve Action' button and show toast confirmation.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Navigate to Section ⑥ 'Ask the Engine'.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Click quick question 'Why did revenue drop?' and show grounded natural language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🎙️ Voiceover Script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"In the Action Center, every insight links directly to an owner, estimated cost, and 7-day monitoring plan with one-click approval.</a:t>
            </a:r>
            <a:br/>
            <a:br/>
            <a:r>
              <a:t>And with our Ask the Engine assistant, managers can ask natural language questions grounded strictly in deterministic numbers without writing SQL."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PROTOTYPE DEMONSTRATION VIDEO STORYBOARD • TIME: 4:45 – 5:00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Scene 9: Closing Summary &amp; Live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🎬 Closing Video Screen &amp; Voiceover Script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"VERITAS bridges the gap between reactive analytics and autonomous execution—delivering explainability, mathematical rigor, and measurable financial recovery.</a:t>
            </a:r>
            <a:br/>
            <a:br/>
            <a:r>
              <a:t>Thank you from Team Pinkies! You can explore our live application or review our full source code on GitHub."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🏆 Submission Details:</a:t>
            </a:r>
            <a:br/>
            <a:r>
              <a:t>• Team: Pinkies (Ananya Kastiya &amp; Osheen Dongre)</a:t>
            </a:r>
            <a:br/>
            <a:r>
              <a:t>• Track: Accenture Innovation Challenge Round 2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👉 Live Web App: </a:t>
            </a:r>
            <a:r>
              <a:rPr sz="1200" b="1" u="sng">
                <a:solidFill>
                  <a:srgbClr val="10B981"/>
                </a:solidFill>
                <a:hlinkClick r:id="rId2"/>
              </a:rPr>
              <a:t>https://veritas-ceg2.onrender.com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👉 GitHub Repository: </a:t>
            </a:r>
            <a:r>
              <a:rPr sz="1200" b="1" u="sng">
                <a:solidFill>
                  <a:srgbClr val="6366F1"/>
                </a:solidFill>
                <a:hlinkClick r:id="rId3"/>
              </a:rPr>
              <a:t>https://github.com/AnanyaKastiya/veritas-ecommerce-intelligence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VERITAS | Team Pinkies (Ananya Kastiya &amp; Osheen Dongre) | Accenture Innovation Challenge Round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